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9290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6328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2687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9967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8230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88053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1737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3046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1904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25096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4582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69052-6389-497E-8F0B-A82D699D92E3}" type="datetimeFigureOut">
              <a:rPr lang="ar-SA" smtClean="0"/>
              <a:t>08/12/1434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E3CC2-174D-4246-86A8-026D94AA849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4004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88454" y="896488"/>
            <a:ext cx="1895071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0" b="1" cap="none" spc="0" dirty="0" smtClean="0">
                <a:ln w="28575">
                  <a:solidFill>
                    <a:srgbClr val="FF0000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Ubuntu Medium" panose="020B0604030602030204" pitchFamily="34" charset="0"/>
                <a:cs typeface="Mukti Narrow" pitchFamily="2"/>
              </a:rPr>
              <a:t>X</a:t>
            </a:r>
            <a:r>
              <a:rPr lang="en-US" sz="20000" b="1" cap="none" spc="0" dirty="0" smtClean="0">
                <a:ln w="28575">
                  <a:solidFill>
                    <a:srgbClr val="FF0000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Mukti Narrow" pitchFamily="2"/>
                <a:cs typeface="Mukti Narrow" pitchFamily="2"/>
              </a:rPr>
              <a:t>	</a:t>
            </a:r>
            <a:endParaRPr lang="en-US" sz="20000" b="1" cap="none" spc="0" dirty="0">
              <a:ln w="28575">
                <a:solidFill>
                  <a:srgbClr val="FF0000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Mukti Narrow" pitchFamily="2"/>
              <a:cs typeface="Mukti Narrow" pitchFamily="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24410" y="896488"/>
            <a:ext cx="2154757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0" b="1" cap="none" spc="0" dirty="0" smtClean="0">
                <a:ln w="28575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Ubuntu Medium" panose="020B0604030602030204" pitchFamily="34" charset="0"/>
              </a:rPr>
              <a:t>O</a:t>
            </a:r>
            <a:endParaRPr lang="en-US" sz="20000" b="1" cap="none" spc="0" dirty="0">
              <a:ln w="28575">
                <a:solidFill>
                  <a:schemeClr val="accent1">
                    <a:lumMod val="75000"/>
                  </a:schemeClr>
                </a:solidFill>
              </a:ln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Ubuntu Medium" panose="020B0604030602030204" pitchFamily="34" charset="0"/>
            </a:endParaRPr>
          </a:p>
        </p:txBody>
      </p:sp>
      <p:sp>
        <p:nvSpPr>
          <p:cNvPr id="4" name="Rectangle 6"/>
          <p:cNvSpPr/>
          <p:nvPr/>
        </p:nvSpPr>
        <p:spPr>
          <a:xfrm>
            <a:off x="5686275" y="1861688"/>
            <a:ext cx="1895071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0" b="1" cap="none" spc="0" dirty="0" smtClean="0">
                <a:ln w="28575">
                  <a:noFill/>
                </a:ln>
                <a:solidFill>
                  <a:srgbClr val="00206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Ubuntu Medium" panose="020B0604030602030204" pitchFamily="34" charset="0"/>
                <a:cs typeface="Mukti Narrow" pitchFamily="2"/>
              </a:rPr>
              <a:t>?</a:t>
            </a:r>
            <a:r>
              <a:rPr lang="en-US" sz="20000" b="1" cap="none" spc="0" dirty="0" smtClean="0">
                <a:ln w="28575">
                  <a:solidFill>
                    <a:srgbClr val="FF0000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Mukti Narrow" pitchFamily="2"/>
                <a:cs typeface="Mukti Narrow" pitchFamily="2"/>
              </a:rPr>
              <a:t>	</a:t>
            </a:r>
            <a:endParaRPr lang="en-US" sz="20000" b="1" cap="none" spc="0" dirty="0">
              <a:ln w="28575">
                <a:solidFill>
                  <a:srgbClr val="FF0000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Mukti Narrow" pitchFamily="2"/>
              <a:cs typeface="Mukti Narrow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133374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</Words>
  <Application>Microsoft Office PowerPoint</Application>
  <PresentationFormat>ملء الشاشة</PresentationFormat>
  <Paragraphs>3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Mukti Narrow</vt:lpstr>
      <vt:lpstr>Times New Roman</vt:lpstr>
      <vt:lpstr>Ubuntu Medium</vt:lpstr>
      <vt:lpstr>Office Theme</vt:lpstr>
      <vt:lpstr>عرض تقديمي في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Mohammad</dc:creator>
  <cp:lastModifiedBy>Home</cp:lastModifiedBy>
  <cp:revision>3</cp:revision>
  <dcterms:created xsi:type="dcterms:W3CDTF">2013-10-12T15:22:47Z</dcterms:created>
  <dcterms:modified xsi:type="dcterms:W3CDTF">2013-10-12T17:46:20Z</dcterms:modified>
</cp:coreProperties>
</file>